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rXuvDNaiumDw4MaEVfcAnna+c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1BA5F2-74C3-449D-AD4E-4931BE7097E5}">
  <a:tblStyle styleId="{F81BA5F2-74C3-449D-AD4E-4931BE7097E5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사용자 지정 레이아웃">
  <p:cSld name="3_사용자 지정 레이아웃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/>
        </p:nvSpPr>
        <p:spPr>
          <a:xfrm>
            <a:off x="-25400" y="6786563"/>
            <a:ext cx="12241213" cy="9683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72738" y="155575"/>
            <a:ext cx="1503362" cy="3873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>
            <a:off x="2693988" y="1412875"/>
            <a:ext cx="6786562" cy="4121150"/>
            <a:chOff x="3413702" y="746702"/>
            <a:chExt cx="5364596" cy="5364596"/>
          </a:xfrm>
        </p:grpSpPr>
        <p:sp>
          <p:nvSpPr>
            <p:cNvPr id="93" name="Google Shape;93;p1"/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>
              <a:gsLst>
                <a:gs pos="0">
                  <a:srgbClr val="E3DCC1"/>
                </a:gs>
                <a:gs pos="69000">
                  <a:srgbClr val="B3D1EC"/>
                </a:gs>
                <a:gs pos="83000">
                  <a:srgbClr val="B3D1EC"/>
                </a:gs>
                <a:gs pos="100000">
                  <a:srgbClr val="CCE0F2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1" i="0" lang="en-US" sz="5400" u="none" cap="none" strike="noStrike">
                  <a:solidFill>
                    <a:schemeClr val="dk2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객체 배열</a:t>
              </a:r>
              <a:endParaRPr b="1" i="0" sz="5400" u="none" cap="none" strike="noStrik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549275" y="257175"/>
            <a:ext cx="11520488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객체배열</a:t>
            </a:r>
            <a:endParaRPr b="1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33413" y="1125538"/>
            <a:ext cx="10931525" cy="647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객체 참조형 변수를 저장하는 배열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배열의 자료형을 클래스명(사용자 정의 자료형)으로 지정하여 활용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2" name="Google Shape;102;p2"/>
          <p:cNvGraphicFramePr/>
          <p:nvPr/>
        </p:nvGraphicFramePr>
        <p:xfrm>
          <a:off x="2418859" y="28604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{F81BA5F2-74C3-449D-AD4E-4931BE7097E5}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98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int[]형 배열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참조형 변수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int[]형 배열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참조형 변수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int[]형 배열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참조형 변수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int[]형 배열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참조형 변수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int[]형 배열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참조형 변수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03" name="Google Shape;103;p2"/>
          <p:cNvSpPr txBox="1"/>
          <p:nvPr/>
        </p:nvSpPr>
        <p:spPr>
          <a:xfrm>
            <a:off x="1649096" y="3168264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intArr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2418859" y="2379787"/>
            <a:ext cx="32159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int[][] intArr = new int[5][];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5" name="Google Shape;105;p2"/>
          <p:cNvGraphicFramePr/>
          <p:nvPr/>
        </p:nvGraphicFramePr>
        <p:xfrm>
          <a:off x="2418860" y="46892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{F81BA5F2-74C3-449D-AD4E-4931BE7097E5}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98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Example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객체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참조형 변수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Example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객체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참조형 변수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Example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객체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참조형 변수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Example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객체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참조형 변수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Example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객체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참조형 변수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06" name="Google Shape;106;p2"/>
          <p:cNvSpPr txBox="1"/>
          <p:nvPr/>
        </p:nvSpPr>
        <p:spPr>
          <a:xfrm>
            <a:off x="1687570" y="4997064"/>
            <a:ext cx="7312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exArr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2418860" y="4208587"/>
            <a:ext cx="4100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Example[] exArr = new Example[5];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/>
        </p:nvSpPr>
        <p:spPr>
          <a:xfrm>
            <a:off x="549275" y="257175"/>
            <a:ext cx="11520488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객체배열 선언과 할당</a:t>
            </a:r>
            <a:endParaRPr b="1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125538" y="1081438"/>
            <a:ext cx="12554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선언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125538" y="2960543"/>
            <a:ext cx="12554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할당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7327897" y="3623878"/>
            <a:ext cx="32616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</a:t>
            </a:r>
            <a:r>
              <a:rPr b="0" i="0" lang="en-US" sz="18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-US" sz="18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Academy[5];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7327897" y="1787346"/>
            <a:ext cx="240061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Academy[] </a:t>
            </a:r>
            <a:r>
              <a:rPr b="0" i="0" lang="en-US" sz="18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Academy </a:t>
            </a:r>
            <a:r>
              <a:rPr b="0" i="0" lang="en-US" sz="18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[];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125538" y="4501212"/>
            <a:ext cx="33201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선언과 동시에 할당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133649" y="1628801"/>
            <a:ext cx="9930904" cy="96342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클래스명[] 배열명;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클래스명 배열명[ ] ; 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133649" y="3525148"/>
            <a:ext cx="9930904" cy="56679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배열명 =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new </a:t>
            </a: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클래스명[배열크기] ;</a:t>
            </a:r>
            <a:endParaRPr b="1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133649" y="5069508"/>
            <a:ext cx="9930904" cy="56679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클래스명 배열명[ ] =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new</a:t>
            </a:r>
            <a:r>
              <a:rPr b="1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클래스명[배열크기];  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6680200" y="5168250"/>
            <a:ext cx="46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Academy[] </a:t>
            </a:r>
            <a:r>
              <a:rPr b="0" i="0" lang="en-US" sz="18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-US" sz="18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lang="en-U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Academy[5];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549275" y="257175"/>
            <a:ext cx="11520488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객체배열 초기화</a:t>
            </a:r>
            <a:endParaRPr b="1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125538" y="1096678"/>
            <a:ext cx="39356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인덱스를 이용한 초기화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125538" y="3187676"/>
            <a:ext cx="47692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선언과 동시에 할당 및 초기화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133649" y="1628801"/>
            <a:ext cx="9930904" cy="96342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배열명[i] = new 클래스명();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5600700" y="1787346"/>
            <a:ext cx="546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</a:t>
            </a:r>
            <a:r>
              <a:rPr b="0" i="0" lang="en-US" sz="18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[0]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-US" sz="18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Academy(1,</a:t>
            </a:r>
            <a:r>
              <a:rPr b="0" i="0" lang="en-US" sz="1800" u="none" cap="none" strike="noStrike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"KH정보교육원"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-US" sz="18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[1]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-US" sz="18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Academy(2, </a:t>
            </a:r>
            <a:r>
              <a:rPr b="0" i="0" lang="en-US" sz="1800" u="none" cap="none" strike="noStrike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"케이에이치"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   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5600700" y="3906293"/>
            <a:ext cx="537919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 Academy </a:t>
            </a:r>
            <a:r>
              <a:rPr b="0" i="0" lang="en-US" sz="1800" u="none" cap="none" strike="noStrike">
                <a:solidFill>
                  <a:srgbClr val="6A3E3E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    </a:t>
            </a:r>
            <a:r>
              <a:rPr b="1" i="0" lang="en-US" sz="18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Academy(1, </a:t>
            </a:r>
            <a:r>
              <a:rPr b="0" i="0" lang="en-US" sz="1800" u="none" cap="none" strike="noStrike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"KH정보교육원"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    </a:t>
            </a:r>
            <a:r>
              <a:rPr b="1" i="0" lang="en-US" sz="1800" u="none" cap="none" strike="noStrike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Academy(2, </a:t>
            </a:r>
            <a:r>
              <a:rPr b="0" i="0" lang="en-US" sz="1800" u="none" cap="none" strike="noStrike">
                <a:solidFill>
                  <a:srgbClr val="2A00FF"/>
                </a:solidFill>
                <a:latin typeface="Consolas"/>
                <a:ea typeface="Consolas"/>
                <a:cs typeface="Consolas"/>
                <a:sym typeface="Consolas"/>
              </a:rPr>
              <a:t>"케이에이치"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};   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133649" y="3716108"/>
            <a:ext cx="9930904" cy="134599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클래스명 배열명[]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= {new 클래스명(), new 클래스명()};</a:t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/>
        </p:nvSpPr>
        <p:spPr>
          <a:xfrm>
            <a:off x="549275" y="257175"/>
            <a:ext cx="11520488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객체배열 구조</a:t>
            </a:r>
            <a:endParaRPr b="1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5"/>
          <p:cNvSpPr txBox="1"/>
          <p:nvPr/>
        </p:nvSpPr>
        <p:spPr>
          <a:xfrm flipH="1">
            <a:off x="1252026" y="1188340"/>
            <a:ext cx="783844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Example arr[] = new Example[2];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arr[0] = new Example();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arr[1] = new Example();</a:t>
            </a:r>
            <a:endParaRPr b="1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5"/>
          <p:cNvSpPr/>
          <p:nvPr/>
        </p:nvSpPr>
        <p:spPr>
          <a:xfrm rot="5400000">
            <a:off x="4632451" y="-693927"/>
            <a:ext cx="2930905" cy="979550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9742485" y="2738375"/>
            <a:ext cx="0" cy="293090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5"/>
          <p:cNvCxnSpPr/>
          <p:nvPr/>
        </p:nvCxnSpPr>
        <p:spPr>
          <a:xfrm flipH="1">
            <a:off x="3576299" y="2738375"/>
            <a:ext cx="1" cy="293090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5"/>
          <p:cNvSpPr txBox="1"/>
          <p:nvPr/>
        </p:nvSpPr>
        <p:spPr>
          <a:xfrm>
            <a:off x="3810036" y="2738375"/>
            <a:ext cx="10542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Heap</a:t>
            </a:r>
            <a:endParaRPr b="1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9852379" y="2738375"/>
            <a:ext cx="10944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Static</a:t>
            </a:r>
            <a:endParaRPr b="1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1825096" y="2745403"/>
            <a:ext cx="106155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Stack</a:t>
            </a:r>
            <a:endParaRPr b="1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596854" y="3952760"/>
            <a:ext cx="1542054" cy="64293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0x123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1545020" y="3572500"/>
            <a:ext cx="91546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arr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9" name="Google Shape;149;p5"/>
          <p:cNvGrpSpPr/>
          <p:nvPr/>
        </p:nvGrpSpPr>
        <p:grpSpPr>
          <a:xfrm rot="5400000">
            <a:off x="3606388" y="3969635"/>
            <a:ext cx="1500188" cy="823924"/>
            <a:chOff x="3500440" y="1571612"/>
            <a:chExt cx="1500188" cy="642939"/>
          </a:xfrm>
        </p:grpSpPr>
        <p:sp>
          <p:nvSpPr>
            <p:cNvPr id="150" name="Google Shape;150;p5"/>
            <p:cNvSpPr/>
            <p:nvPr/>
          </p:nvSpPr>
          <p:spPr>
            <a:xfrm>
              <a:off x="3500440" y="1571612"/>
              <a:ext cx="1500188" cy="64293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51" name="Google Shape;151;p5"/>
            <p:cNvCxnSpPr/>
            <p:nvPr/>
          </p:nvCxnSpPr>
          <p:spPr>
            <a:xfrm rot="5400000">
              <a:off x="3894140" y="1892288"/>
              <a:ext cx="642939" cy="15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52" name="Google Shape;152;p5"/>
          <p:cNvCxnSpPr/>
          <p:nvPr/>
        </p:nvCxnSpPr>
        <p:spPr>
          <a:xfrm>
            <a:off x="3138908" y="4217079"/>
            <a:ext cx="805500" cy="130200"/>
          </a:xfrm>
          <a:prstGeom prst="bentConnector3">
            <a:avLst>
              <a:gd fmla="val 3156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53" name="Google Shape;153;p5"/>
          <p:cNvSpPr txBox="1"/>
          <p:nvPr/>
        </p:nvSpPr>
        <p:spPr>
          <a:xfrm>
            <a:off x="5128526" y="3025395"/>
            <a:ext cx="1190108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0x678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5144131" y="4340480"/>
            <a:ext cx="1190109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0x098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3951988" y="4411426"/>
            <a:ext cx="7974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arr[1]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0x098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3960794" y="3674513"/>
            <a:ext cx="7934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arr[0]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0x678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3921125" y="3250502"/>
            <a:ext cx="8544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0x123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173282" y="3358452"/>
            <a:ext cx="3753418" cy="6492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818178" y="3358452"/>
            <a:ext cx="3753420" cy="6492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343046" y="3358452"/>
            <a:ext cx="2563311" cy="6492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7474158" y="3358452"/>
            <a:ext cx="899193" cy="6492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171247" y="4671315"/>
            <a:ext cx="3753420" cy="6492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816144" y="4671315"/>
            <a:ext cx="3753418" cy="6492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341013" y="4671315"/>
            <a:ext cx="2563311" cy="6492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472124" y="4671315"/>
            <a:ext cx="899193" cy="6492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6" name="Google Shape;166;p5"/>
          <p:cNvCxnSpPr>
            <a:stCxn id="162" idx="1"/>
          </p:cNvCxnSpPr>
          <p:nvPr/>
        </p:nvCxnSpPr>
        <p:spPr>
          <a:xfrm rot="10800000">
            <a:off x="4768947" y="4714259"/>
            <a:ext cx="402300" cy="2817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</p:cxnSp>
      <p:cxnSp>
        <p:nvCxnSpPr>
          <p:cNvPr id="167" name="Google Shape;167;p5"/>
          <p:cNvCxnSpPr>
            <a:stCxn id="158" idx="1"/>
          </p:cNvCxnSpPr>
          <p:nvPr/>
        </p:nvCxnSpPr>
        <p:spPr>
          <a:xfrm flipH="1">
            <a:off x="4771882" y="3683096"/>
            <a:ext cx="401400" cy="297600"/>
          </a:xfrm>
          <a:prstGeom prst="bentConnector3">
            <a:avLst>
              <a:gd fmla="val 5001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stealth"/>
            <a:tailEnd len="sm" w="sm" type="none"/>
          </a:ln>
        </p:spPr>
      </p:cxnSp>
      <p:sp>
        <p:nvSpPr>
          <p:cNvPr id="168" name="Google Shape;168;p5"/>
          <p:cNvSpPr txBox="1"/>
          <p:nvPr/>
        </p:nvSpPr>
        <p:spPr>
          <a:xfrm flipH="1">
            <a:off x="1199092" y="5656105"/>
            <a:ext cx="78384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 arr[index]이 하나의 참조형 변수라고 생각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2018-04-10T03:44:26Z</dcterms:created>
  <dc:creator>user1</dc:creator>
</cp:coreProperties>
</file>